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6" r:id="rId4"/>
    <p:sldId id="267" r:id="rId5"/>
    <p:sldId id="268" r:id="rId6"/>
    <p:sldId id="285" r:id="rId7"/>
    <p:sldId id="269" r:id="rId8"/>
    <p:sldId id="271" r:id="rId9"/>
    <p:sldId id="283" r:id="rId10"/>
    <p:sldId id="282" r:id="rId11"/>
    <p:sldId id="280" r:id="rId12"/>
    <p:sldId id="281" r:id="rId13"/>
    <p:sldId id="272" r:id="rId14"/>
    <p:sldId id="273" r:id="rId15"/>
    <p:sldId id="286" r:id="rId16"/>
    <p:sldId id="275" r:id="rId17"/>
    <p:sldId id="274" r:id="rId18"/>
    <p:sldId id="277" r:id="rId19"/>
    <p:sldId id="276" r:id="rId20"/>
    <p:sldId id="284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44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F0BF-879D-44A8-A6F2-CECF09874A1B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7223-DF3B-4EDD-8241-F9765ED850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429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F0BF-879D-44A8-A6F2-CECF09874A1B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7223-DF3B-4EDD-8241-F9765ED850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49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F0BF-879D-44A8-A6F2-CECF09874A1B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7223-DF3B-4EDD-8241-F9765ED850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85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F0BF-879D-44A8-A6F2-CECF09874A1B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7223-DF3B-4EDD-8241-F9765ED850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156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F0BF-879D-44A8-A6F2-CECF09874A1B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7223-DF3B-4EDD-8241-F9765ED850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41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F0BF-879D-44A8-A6F2-CECF09874A1B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7223-DF3B-4EDD-8241-F9765ED850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325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F0BF-879D-44A8-A6F2-CECF09874A1B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7223-DF3B-4EDD-8241-F9765ED850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539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F0BF-879D-44A8-A6F2-CECF09874A1B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7223-DF3B-4EDD-8241-F9765ED850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031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F0BF-879D-44A8-A6F2-CECF09874A1B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7223-DF3B-4EDD-8241-F9765ED850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45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F0BF-879D-44A8-A6F2-CECF09874A1B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7223-DF3B-4EDD-8241-F9765ED850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09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F0BF-879D-44A8-A6F2-CECF09874A1B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7223-DF3B-4EDD-8241-F9765ED850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30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8F0BF-879D-44A8-A6F2-CECF09874A1B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F7223-DF3B-4EDD-8241-F9765ED850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908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31055" y="1401981"/>
            <a:ext cx="7836665" cy="129439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RHIZOSTOMA CBAM-</a:t>
            </a:r>
            <a:r>
              <a:rPr lang="en-IN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ResViT</a:t>
            </a:r>
            <a:r>
              <a:rPr lang="en-IN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-UNet+: OPTIMIZED HYBRID ATTENTION-TRANSFORMER MODEL FOR BUILDING EXTRACTION FROM HIGH-RESOLUTION SATELLITE IMAGERY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31055" y="3572304"/>
            <a:ext cx="7836665" cy="152458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sz="2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 NAME :</a:t>
            </a:r>
            <a:r>
              <a:rPr lang="en-IN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WHU BUILDING DATASET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GB" sz="2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 LINK : https://www.kaggle.com/datasets/sengulgs/whu-building-dataset/data</a:t>
            </a:r>
            <a:endParaRPr lang="en-IN" sz="2000" b="1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401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365" y="2451253"/>
            <a:ext cx="2903916" cy="16249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006" y="2891927"/>
            <a:ext cx="4933766" cy="7436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21466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0" y="1571625"/>
            <a:ext cx="5905500" cy="37147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19537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287" y="1714500"/>
            <a:ext cx="6829425" cy="3429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7074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75" y="1585912"/>
            <a:ext cx="7562850" cy="36861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52685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75" y="876300"/>
            <a:ext cx="7562850" cy="5105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0897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75" y="1595437"/>
            <a:ext cx="7562850" cy="36671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73416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950" y="847725"/>
            <a:ext cx="4610100" cy="51625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70969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962" y="447675"/>
            <a:ext cx="4410075" cy="59626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4128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169185" y="139084"/>
            <a:ext cx="6096000" cy="95102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IN" dirty="0"/>
              <a:t>Algorithm: </a:t>
            </a:r>
            <a:r>
              <a:rPr lang="en-IN" dirty="0" err="1"/>
              <a:t>Rhizostoma</a:t>
            </a:r>
            <a:r>
              <a:rPr lang="en-IN" dirty="0"/>
              <a:t> Optimization Algorithm (ROA)</a:t>
            </a:r>
          </a:p>
          <a:p>
            <a:endParaRPr lang="en-IN" dirty="0"/>
          </a:p>
          <a:p>
            <a:r>
              <a:rPr lang="en-IN" dirty="0"/>
              <a:t>1. Initialize the population (jellyfish positions) </a:t>
            </a:r>
            <a:r>
              <a:rPr lang="en-IN" dirty="0" err="1"/>
              <a:t>X_i</a:t>
            </a:r>
            <a:r>
              <a:rPr lang="en-IN" dirty="0"/>
              <a:t> (i = 1, 2, ..., N) </a:t>
            </a:r>
          </a:p>
          <a:p>
            <a:r>
              <a:rPr lang="en-IN" dirty="0"/>
              <a:t>   randomly within the search space [LB, UB].</a:t>
            </a:r>
          </a:p>
          <a:p>
            <a:r>
              <a:rPr lang="en-IN" dirty="0"/>
              <a:t>2. Evaluate the fitness for each jellyfish </a:t>
            </a:r>
            <a:r>
              <a:rPr lang="en-IN" dirty="0" err="1"/>
              <a:t>X_i</a:t>
            </a:r>
            <a:r>
              <a:rPr lang="en-IN" dirty="0"/>
              <a:t> using the objective function.</a:t>
            </a:r>
          </a:p>
          <a:p>
            <a:r>
              <a:rPr lang="en-IN" dirty="0"/>
              <a:t>3. Identify the best solution (</a:t>
            </a:r>
            <a:r>
              <a:rPr lang="en-IN" dirty="0" err="1"/>
              <a:t>Best_X</a:t>
            </a:r>
            <a:r>
              <a:rPr lang="en-IN" dirty="0"/>
              <a:t>) and its corresponding fitness value.</a:t>
            </a:r>
          </a:p>
          <a:p>
            <a:r>
              <a:rPr lang="en-IN" dirty="0"/>
              <a:t>4. Set iteration t = 1.</a:t>
            </a:r>
          </a:p>
          <a:p>
            <a:endParaRPr lang="en-IN" dirty="0"/>
          </a:p>
          <a:p>
            <a:r>
              <a:rPr lang="en-IN" dirty="0"/>
              <a:t>5. While t &lt;= </a:t>
            </a:r>
            <a:r>
              <a:rPr lang="en-IN" dirty="0" err="1"/>
              <a:t>Tmax</a:t>
            </a:r>
            <a:r>
              <a:rPr lang="en-IN" dirty="0"/>
              <a:t>:</a:t>
            </a:r>
          </a:p>
          <a:p>
            <a:r>
              <a:rPr lang="en-IN" dirty="0"/>
              <a:t>    6. For each jellyfish </a:t>
            </a:r>
            <a:r>
              <a:rPr lang="en-IN" dirty="0" err="1"/>
              <a:t>X_i</a:t>
            </a:r>
            <a:r>
              <a:rPr lang="en-IN" dirty="0"/>
              <a:t>:</a:t>
            </a:r>
          </a:p>
          <a:p>
            <a:r>
              <a:rPr lang="en-IN" dirty="0"/>
              <a:t>        7. Update motion control factor (MCF) based on current iteration.</a:t>
            </a:r>
          </a:p>
          <a:p>
            <a:r>
              <a:rPr lang="en-IN" dirty="0"/>
              <a:t>        </a:t>
            </a:r>
          </a:p>
          <a:p>
            <a:r>
              <a:rPr lang="en-IN" dirty="0"/>
              <a:t>        8. IF rand &lt; MCF (Exploration Phase - Moving within the swarm):</a:t>
            </a:r>
          </a:p>
          <a:p>
            <a:r>
              <a:rPr lang="en-IN" dirty="0"/>
              <a:t>            - Update position using Levy Walk (LW) or similar random walk</a:t>
            </a:r>
          </a:p>
          <a:p>
            <a:r>
              <a:rPr lang="en-IN" dirty="0"/>
              <a:t>              to explore new regions.</a:t>
            </a:r>
          </a:p>
          <a:p>
            <a:r>
              <a:rPr lang="en-IN" dirty="0"/>
              <a:t>           ELSE (Exploitation Phase - Searching for food):</a:t>
            </a:r>
          </a:p>
          <a:p>
            <a:r>
              <a:rPr lang="en-IN" dirty="0"/>
              <a:t>            - Update position using Simulated Annealing (SA) or </a:t>
            </a:r>
          </a:p>
          <a:p>
            <a:r>
              <a:rPr lang="en-IN" dirty="0"/>
              <a:t>              Fast Simulated Annealing (FSA) based on best solution.</a:t>
            </a:r>
          </a:p>
          <a:p>
            <a:r>
              <a:rPr lang="en-IN" dirty="0"/>
              <a:t>           END IF</a:t>
            </a:r>
          </a:p>
          <a:p>
            <a:r>
              <a:rPr lang="en-IN" dirty="0"/>
              <a:t>           </a:t>
            </a:r>
          </a:p>
          <a:p>
            <a:r>
              <a:rPr lang="en-IN" dirty="0"/>
              <a:t>        9. Keep the new positions within the search bounds [LB, UB].</a:t>
            </a:r>
          </a:p>
          <a:p>
            <a:r>
              <a:rPr lang="en-IN" dirty="0"/>
              <a:t>        10. Evaluate the fitness of the new position.</a:t>
            </a:r>
          </a:p>
          <a:p>
            <a:r>
              <a:rPr lang="en-IN" dirty="0"/>
              <a:t>        11. Update the best solution (</a:t>
            </a:r>
            <a:r>
              <a:rPr lang="en-IN" dirty="0" err="1"/>
              <a:t>Best_X</a:t>
            </a:r>
            <a:r>
              <a:rPr lang="en-IN" dirty="0"/>
              <a:t>) if the new position is better.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12. t = t + 1</a:t>
            </a:r>
          </a:p>
          <a:p>
            <a:r>
              <a:rPr lang="en-IN" dirty="0"/>
              <a:t>13. End While</a:t>
            </a:r>
          </a:p>
          <a:p>
            <a:r>
              <a:rPr lang="en-IN" dirty="0"/>
              <a:t>14. Return </a:t>
            </a:r>
            <a:r>
              <a:rPr lang="en-IN" dirty="0" err="1"/>
              <a:t>Best_X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016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887" y="1571625"/>
            <a:ext cx="5610225" cy="37147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7588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25" y="1571625"/>
            <a:ext cx="5619750" cy="37147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08762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26" y="2470418"/>
            <a:ext cx="5341485" cy="15769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199" y="1383880"/>
            <a:ext cx="5708001" cy="43634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49725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066" y="600419"/>
            <a:ext cx="7386985" cy="55580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05194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2177668" y="768865"/>
            <a:ext cx="7990900" cy="5624379"/>
            <a:chOff x="336933" y="315588"/>
            <a:chExt cx="11430000" cy="8044982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6933" y="315588"/>
              <a:ext cx="11430000" cy="31242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933" y="3557030"/>
              <a:ext cx="11430000" cy="23717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6933" y="6045996"/>
              <a:ext cx="11430000" cy="231457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784542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129" y="1473119"/>
            <a:ext cx="5655330" cy="40219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479" y="2530609"/>
            <a:ext cx="4439985" cy="16778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06570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862" y="1341397"/>
            <a:ext cx="5963798" cy="42413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525066"/>
            <a:ext cx="4164377" cy="18739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88139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988" y="101604"/>
            <a:ext cx="8867412" cy="67563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0118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252" y="1489549"/>
            <a:ext cx="5765496" cy="38789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58612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686" y="2308033"/>
            <a:ext cx="7996628" cy="22419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86565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962" y="1123950"/>
            <a:ext cx="7458075" cy="4610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8670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287" y="2524125"/>
            <a:ext cx="9115425" cy="18097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51204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267</Words>
  <Application>Microsoft Office PowerPoint</Application>
  <PresentationFormat>Widescreen</PresentationFormat>
  <Paragraphs>30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ATHITH MITHRA</dc:creator>
  <cp:lastModifiedBy>ATHITH MITHRA</cp:lastModifiedBy>
  <cp:revision>18</cp:revision>
  <dcterms:created xsi:type="dcterms:W3CDTF">2025-12-16T10:26:05Z</dcterms:created>
  <dcterms:modified xsi:type="dcterms:W3CDTF">2025-12-19T11:14:27Z</dcterms:modified>
</cp:coreProperties>
</file>